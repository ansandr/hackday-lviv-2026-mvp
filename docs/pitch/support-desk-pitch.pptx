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440"/>
                </a:solidFill>
                <a:latin typeface="Arial"/>
              </a:rPr>
              <a:t>Години саппорту на 1 000 тікетів/міс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Години саппорту / міс</c:v>
                </c:pt>
              </c:strCache>
            </c:strRef>
          </c:tx>
          <c:spPr>
            <a:solidFill>
              <a:srgbClr val="1B24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Зараз</c:v>
                  </c:pt>
                  <c:pt idx="1">
                    <c:v>З AI Support Desk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4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 будуємо не чат-бот, а службу підтримки компанії-розробника SaaS для закладів: вона сама знаходить причину, пропонує дію і передає розробникам лише справжні баги.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корпус з 12 минулих тікетів: 5 закриваються поясненням з документації, 4 однією дією (resync каси, створення промокоду, скасування дубля). Ще 2 це атаки, 1 це помилка людини, яка коштувала грошей і довіри.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Клієнт це власник кафе або мережі, який користується SaaS (промокоди, каса, підписка). Він пише у підтримку компанії-розробника. Наш AI відповідає, діє з підтвердженням або передає людям.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Ключ: агент не має доступу до мутацій. Він пропонує одну з 4 дій, сервер сам перевіряє права, версії ресурсів і суму, а виконання можливе лише після підтвердження власника.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дає точність (відповідь спирається на джерело) і оптимізацію (короткий контекст замість усієї документації). Атака отруєння бази знань з тікета TCK-1012 не пройде: такі записи чекають перевірки.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 в браузері: логін tenant_a. Показати докази під відповіддю, картку дії, підтвердження і результат. Для подвійного списання підкреслити: запит на повернення, а не повернення.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Сценарій TCK-1010 (людина скасувала обидві підписки і пообіцяла повернення) у нашій системі неможливий: сервер перевіряє, що це справді дубль, а повернення лише реєструється на розгляд.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Формула: 1000 × 12 хв = 200 год. 25% залишаються людям = 50 год. Різниця 150 год ≈ 0,9 ставки, при 190 грн/год це ≈ 28,5 тис грн на місяць. Ще ефект для розробників: до них доходять тільки справжні баги зі структурованим тікетом.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Усе це вже має основу в коді: корпус з полем judge, траси з POS_SYNC_FAILED, структуровані записи з тікетів.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Закінчуємо наступним кроком і проханням, без «дякуємо за увагу».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Підтримка, яка не лише відповідає, а діє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AI-служба підтримки для SaaS закладів: Gemma + RAG + дії з підтвердженням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14 · PolyTech Code Fest × SKELAR · 31.10.2026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Проблема: кожне звернення читає людина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історичних тікетів закриваються документацією або однією дією в системі (9 з 12 у нашому корпусі)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18872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0" y="1435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 закладу чекає години, поки промокод на касі запрацює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33172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578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Саппорт і розробники витрачають час на однакові питання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47472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37216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Ризиковано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 помиляється: у тікеті TCK-1010 скасовано обидві підписки і пообіцяно повернення, якого не було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Рішення: AI-шар між власником закладу і розробниками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Відповідає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«як зробити» закриває з бази знань і показує джерело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50876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знаходить причину в логах і пропонує одну з 4 дій; виконує лише після підтвердження власника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08760"/>
            <a:ext cx="411480" cy="4114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Ескалує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514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людей і розробників доходять лише справжні баги та гроші, що потребують рішення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будуємо SaaS і не замінюємо саппорт: ми прибираємо з його черги рутину.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це працює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9536" y="1554480"/>
            <a:ext cx="457200" cy="457200"/>
          </a:xfrm>
          <a:prstGeom prst="ellipse">
            <a:avLst/>
          </a:prstGeom>
          <a:solidFill>
            <a:srgbClr val="D7DEEA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 пише як звик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56232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58568" y="1554480"/>
            <a:ext cx="457200" cy="457200"/>
          </a:xfrm>
          <a:prstGeom prst="ellipse">
            <a:avLst/>
          </a:prstGeom>
          <a:solidFill>
            <a:srgbClr val="D7DEEA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9384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9384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інтент і тон клієнта, вибір інструментів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1554480"/>
            <a:ext cx="457200" cy="457200"/>
          </a:xfrm>
          <a:prstGeom prst="ellipse">
            <a:avLst/>
          </a:prstGeom>
          <a:solidFill>
            <a:srgbClr val="D7DEE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8416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логи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28416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embeddinggemma + Atlas Vector Search; траси подій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54296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56632" y="1554480"/>
            <a:ext cx="457200" cy="457200"/>
          </a:xfrm>
          <a:prstGeom prst="ellipse">
            <a:avLst/>
          </a:prstGeom>
          <a:solidFill>
            <a:srgbClr val="D7DEEA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27448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27448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з превʼю і сумою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53328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FF4E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15544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26480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власник, одним кліком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52360" y="1417320"/>
            <a:ext cx="1261872" cy="182880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54696" y="1554480"/>
            <a:ext cx="457200" cy="457200"/>
          </a:xfrm>
          <a:prstGeom prst="ellipse">
            <a:avLst/>
          </a:prstGeom>
          <a:solidFill>
            <a:srgbClr val="D7DEEA"/>
          </a:solidFill>
          <a:ln/>
        </p:spPr>
      </p:sp>
      <p:sp>
        <p:nvSpPr>
          <p:cNvPr id="30" name="Text 28"/>
          <p:cNvSpPr/>
          <p:nvPr/>
        </p:nvSpPr>
        <p:spPr>
          <a:xfrm>
            <a:off x="78546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25512" y="210312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25512" y="2468880"/>
            <a:ext cx="111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атомарно, з перевіркою і аудитом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лише читає і пропонує. Гроші, права і ізоляція клієнтів контролюються кодом, а не промптом.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+ RAG: точність і контроль даних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Агент: Gemma 4 (hosted) з фолбеком на локальну gemma3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Ембедінги: embeddinggemma локально через Ollama, текст клієнта не йде стороннім сервісам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Витягує з минулих тікетів структуровані знання (symptom, cause, steps)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Відкриті ваги: можна розгорнути on-prem у клієнта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Vector Search, фільтр по тенанту і інтенту ще до пошуку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цитує лише докази з інструментів, вигадані id відкидаються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знання з тікетів спершу pending_review і не потрапляють у відповіді без перевірки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токенів: у промпт ідуть 4 релевантні фрагменти, а не вся документація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Живе демо: три типові звернення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 не працює на касі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знаходить POS_SYNC_FAILED у трасі, бачить версію 6 замість 7, пропонує resync_pos. Після підтвердження чек проходить.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325880"/>
            <a:ext cx="411480" cy="4114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мене списали двічі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Знаходить дубль підписки після SUBSCRIPTION_CREATE_RETRY. Окремо: скасувати дубль і подати запит на повернення (pending_review, гроші не рухаються без людини).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2697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2588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 промокод -10% до 10 листопада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Уточнює ліміт використань, показує превʼю, створює промокод після підтвердження.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FF4E0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ВІДЕО: &lt;посилання&gt;  (запис робочого сценарію, вставити сюди)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Безпека: модель пропонує, код вирішує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автотестів зелені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69748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дій без підтвердження власника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0060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тенанти ізольовані на рівні запиту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903720" y="2194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дії з ідемпотентністю і аудитом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клієнта це дані, не інструкції: спроби атаки (TCK-1011) і отруєння бази (TCK-1012) не змінюють поведінку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Знання з тікетів спершу pending_review і без перевірки не потрапляють у відповіді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Повернення коштів: лише запит на розгляд на повну суму платежу, сума береться з системи, а не з моделі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Цінність для компанії-розробника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188720"/>
            <a:ext cx="3840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0" y="12618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−150 год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місяць ≈ 0,9 FTE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2176272"/>
            <a:ext cx="3840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22494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28 500 грн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економії щомісяця (≈ 340 тис/рік)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3163824"/>
            <a:ext cx="3840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32369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«Зекономлено N хв»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3666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 у застосунку після кожного звернення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1 000 тікетів/міс × 12 хв; 75% автоматизовано; 190 грн/год саппорту. Припущення, крім 75% (наш корпус) і 5 с (замір).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Дорожня карта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Тікет розробникам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дія не допомогла, Gemma збирає готовий баг-репорт: кроки, траса, версії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01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Gemma-суддя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Автооцінка 100% закритих звернень замість 5–10% опитувань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706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Проактивна підтримка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Побачили POS_SYNC_FAILED у логах і запропонували фікс до того, як клієнт написав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511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Емоційний тон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8953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Роздратований клієнт отримує пріоритет і спокійну відповідь з планом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Наступний крок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Пілот на реальній тікет-системі одного SaaS для закладів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тижні: підключити історію тікетів і документацію, порахувати реальну частку автоматизації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Шукаємо: SaaS-партнера з тікетами та ментора з продукту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Код: github.com/Ansandr/hackday-lviv-2026-mvp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Support Desk — Team 14</dc:title>
  <dc:subject>PptxGenJS Presentation</dc:subject>
  <dc:creator>PptxGenJS</dc:creator>
  <cp:lastModifiedBy>PptxGenJS</cp:lastModifiedBy>
  <cp:revision>1</cp:revision>
  <dcterms:created xsi:type="dcterms:W3CDTF">2026-10-31T14:23:55Z</dcterms:created>
  <dcterms:modified xsi:type="dcterms:W3CDTF">2026-10-31T14:23:55Z</dcterms:modified>
</cp:coreProperties>
</file>