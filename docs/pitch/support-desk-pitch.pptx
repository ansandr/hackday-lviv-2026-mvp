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44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B2440"/>
                </a:solidFill>
                <a:latin typeface="Arial"/>
              </a:rPr>
              <a:t>Години саппорту на 1 000 тікетів/міс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Години саппорту / міс</c:v>
                </c:pt>
              </c:strCache>
            </c:strRef>
          </c:tx>
          <c:spPr>
            <a:solidFill>
              <a:srgbClr val="1B244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4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Зараз</c:v>
                  </c:pt>
                  <c:pt idx="1">
                    <c:v>З AI Support Desk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</c:v>
                </c:pt>
                <c:pt idx="1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2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4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будуємо не чат-бот, а службу підтримки компанії-розробника SaaS для закладів: вона сама знаходить причину, пропонує дію і передає розробникам лише справжні баги.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корпус з 12 минулих тікетів: 5 закриваються поясненням з документації, 4 однією дією (resync каси, створення промокоду, скасування дубля). Ще 2 це атаки, 1 це помилка людини, яка коштувала грошей і довіри.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Ключ: агент не має доступу до мутацій. Він пропонує одну з 4 дій, сервер сам перевіряє права, версії ресурсів і суму, а виконання можливе лише після підтвердження власника.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в браузері: логін tenant_a. Показати докази під відповіддю, картку дії, підтвердження і результат. Для подвійного списання підкреслити: запит на повернення, а не повернення.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дає точність (відповідь спирається на джерело) і оптимізацію (короткий контекст замість усієї документації). Атака отруєння бази знань з тікета TCK-1012 не пройде: такі записи чекають перевірки.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Формула: 1000 × 12 хв = 200 год. 25% залишаються людям = 50 год. Різниця 150 год ≈ 0,9 ставки, при 190 грн/год це ≈ 28,5 тис грн на місяць. Ще ефект для розробників: до них доходять тільки справжні баги зі структурованим тікетом.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Сценарій TCK-1010 (людина скасувала обидві підписки і пообіцяла повернення) у нашій системі неможливий: сервер перевіряє, що це справді дубль, а повернення лише реєструється на розгляд.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Закінчуємо наступним кроком, без «дякуємо за увагу».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887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Підтримка, яка не лише відповідає, а діє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AI-служба підтримки для SaaS закладів: Gemma + RAG + дії з підтвердженням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C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 14 · PolyTech Code Fest × SKELAR · 31.10.2026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Проблема: кожне звернення читає людина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855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історичних тікетів закриваються документацією або однією дією в системі (9 з 12 у нашому корпусі)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06240" y="1188720"/>
            <a:ext cx="4480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9120" y="1435608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7" name="Text 5"/>
          <p:cNvSpPr/>
          <p:nvPr/>
        </p:nvSpPr>
        <p:spPr>
          <a:xfrm>
            <a:off x="438912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Довго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6002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Власник закладу чекає години, поки промокод на касі запрацює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06240" y="2331720"/>
            <a:ext cx="4480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2578608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10"/>
          <p:cNvSpPr/>
          <p:nvPr/>
        </p:nvSpPr>
        <p:spPr>
          <a:xfrm>
            <a:off x="4389120" y="2578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2423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Дорого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27432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Саппорт і розробники витрачають час на однакові питання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3474720"/>
            <a:ext cx="44805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9120" y="3721608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3721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566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Ризиковано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0" y="388620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Людина помиляється: у тікеті TCK-1010 скасовано обидві підписки і пообіцяно повернення, якого не було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Рішення: від звернення до перевіреної дії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1261872" cy="1828800"/>
          </a:xfrm>
          <a:prstGeom prst="roundRect">
            <a:avLst>
              <a:gd name="adj" fmla="val 869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59536" y="1554480"/>
            <a:ext cx="457200" cy="457200"/>
          </a:xfrm>
          <a:prstGeom prst="ellipse">
            <a:avLst/>
          </a:prstGeom>
          <a:solidFill>
            <a:srgbClr val="D7DEEA"/>
          </a:solidFill>
          <a:ln/>
        </p:spPr>
      </p:sp>
      <p:sp>
        <p:nvSpPr>
          <p:cNvPr id="5" name="Text 3"/>
          <p:cNvSpPr/>
          <p:nvPr/>
        </p:nvSpPr>
        <p:spPr>
          <a:xfrm>
            <a:off x="85953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30352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30352" y="2468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власник пише як звик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856232" y="1417320"/>
            <a:ext cx="1261872" cy="1828800"/>
          </a:xfrm>
          <a:prstGeom prst="roundRect">
            <a:avLst>
              <a:gd name="adj" fmla="val 869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58568" y="1554480"/>
            <a:ext cx="457200" cy="457200"/>
          </a:xfrm>
          <a:prstGeom prst="ellipse">
            <a:avLst/>
          </a:prstGeom>
          <a:solidFill>
            <a:srgbClr val="D7DEEA"/>
          </a:solidFill>
          <a:ln/>
        </p:spPr>
      </p:sp>
      <p:sp>
        <p:nvSpPr>
          <p:cNvPr id="10" name="Text 8"/>
          <p:cNvSpPr/>
          <p:nvPr/>
        </p:nvSpPr>
        <p:spPr>
          <a:xfrm>
            <a:off x="225856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929384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9384" y="2468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розуміє інтент, викликає інструменти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55264" y="1417320"/>
            <a:ext cx="1261872" cy="1828800"/>
          </a:xfrm>
          <a:prstGeom prst="roundRect">
            <a:avLst>
              <a:gd name="adj" fmla="val 869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0" y="1554480"/>
            <a:ext cx="457200" cy="457200"/>
          </a:xfrm>
          <a:prstGeom prst="ellipse">
            <a:avLst/>
          </a:prstGeom>
          <a:solidFill>
            <a:srgbClr val="D7DEE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28416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логи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328416" y="2468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докази з бази знань і трас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654296" y="1417320"/>
            <a:ext cx="1261872" cy="1828800"/>
          </a:xfrm>
          <a:prstGeom prst="roundRect">
            <a:avLst>
              <a:gd name="adj" fmla="val 869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56632" y="1554480"/>
            <a:ext cx="457200" cy="457200"/>
          </a:xfrm>
          <a:prstGeom prst="ellipse">
            <a:avLst/>
          </a:prstGeom>
          <a:solidFill>
            <a:srgbClr val="D7DEEA"/>
          </a:solidFill>
          <a:ln/>
        </p:spPr>
      </p:sp>
      <p:sp>
        <p:nvSpPr>
          <p:cNvPr id="20" name="Text 18"/>
          <p:cNvSpPr/>
          <p:nvPr/>
        </p:nvSpPr>
        <p:spPr>
          <a:xfrm>
            <a:off x="5056632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727448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Пропозиція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727448" y="2468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дія з превʼю і сумою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53328" y="1417320"/>
            <a:ext cx="1261872" cy="1828800"/>
          </a:xfrm>
          <a:prstGeom prst="roundRect">
            <a:avLst>
              <a:gd name="adj" fmla="val 8696"/>
            </a:avLst>
          </a:prstGeom>
          <a:solidFill>
            <a:srgbClr val="FFF4E0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55664" y="1554480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5" name="Text 23"/>
          <p:cNvSpPr/>
          <p:nvPr/>
        </p:nvSpPr>
        <p:spPr>
          <a:xfrm>
            <a:off x="6455664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126480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Підтвердження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126480" y="2468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власник, одним кліком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452360" y="1417320"/>
            <a:ext cx="1261872" cy="1828800"/>
          </a:xfrm>
          <a:prstGeom prst="roundRect">
            <a:avLst>
              <a:gd name="adj" fmla="val 8696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854696" y="1554480"/>
            <a:ext cx="457200" cy="457200"/>
          </a:xfrm>
          <a:prstGeom prst="ellipse">
            <a:avLst/>
          </a:prstGeom>
          <a:solidFill>
            <a:srgbClr val="D7DEEA"/>
          </a:solidFill>
          <a:ln/>
        </p:spPr>
      </p:sp>
      <p:sp>
        <p:nvSpPr>
          <p:cNvPr id="30" name="Text 28"/>
          <p:cNvSpPr/>
          <p:nvPr/>
        </p:nvSpPr>
        <p:spPr>
          <a:xfrm>
            <a:off x="7854696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525512" y="2103120"/>
            <a:ext cx="1115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525512" y="2468880"/>
            <a:ext cx="11155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атомарно, з перевіркою і аудитом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3657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лише читає і пропонує. Гроші, права і ізоляція клієнтів контролюються кодом, а не промптом.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Живе демо: три типові звернення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63040"/>
            <a:ext cx="411480" cy="41148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20116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Промокод не працює на касі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7432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знаходить POS_SYNC_FAILED у трасі, бачить версію 6 замість 7, пропонує resync_pos. Після підтвердження чек проходить.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46120" y="128016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463040"/>
            <a:ext cx="411480" cy="4114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20116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мене списали двічі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74720" y="27432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Знаходить дубль підписки після SUBSCRIPTION_CREATE_RETRY. Окремо: скасувати дубль і подати запит на повернення (pending_review, гроші не рухаються без людини).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1280160"/>
            <a:ext cx="2606040" cy="30175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463040"/>
            <a:ext cx="411480" cy="41148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3" name="Text 11"/>
          <p:cNvSpPr/>
          <p:nvPr/>
        </p:nvSpPr>
        <p:spPr>
          <a:xfrm>
            <a:off x="6263640" y="20116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Створи промокод -10% до 10 листопада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274320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Уточнює ліміт використань, показує превʼю, створює промокод після підтвердження.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Gemma + RAG: точність і контроль даних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329184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325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Gemma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Агент: Gemma 4 (hosted) з фолбеком на локальну gemma3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Ембедінги: embeddinggemma локально через Ollama, текст клієнта не йде стороннім сервісам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Витягує з минулих тікетів структуровані знання (symptom, cause, steps)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Відкриті ваги: можна розгорнути on-prem у клієнта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709160" y="1188720"/>
            <a:ext cx="3977640" cy="3291840"/>
          </a:xfrm>
          <a:prstGeom prst="roundRect">
            <a:avLst>
              <a:gd name="adj" fmla="val 3333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3258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937760" y="178308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Vector Search, фільтр по тенанту і інтенту ще до пошуку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Агент цитує лише докази з інструментів, вигадані id відкидаються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Нові знання з тікетів спершу pending_review і не потрапляють у відповіді без перевірки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Менше токенів: у промпт ідуть 4 релевантні фрагменти, а не вся документація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Цінність для компанії-розробника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143000"/>
          <a:ext cx="42062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188720"/>
            <a:ext cx="38404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5029200" y="1261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−150 год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029200" y="16916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місяць ≈ 0,9 FTE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846320" y="2176272"/>
            <a:ext cx="38404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029200" y="2249424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28 500 грн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029200" y="2679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економії щомісяця (≈ 340 тис/рік)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3163824"/>
            <a:ext cx="38404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029200" y="3236976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с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029200" y="3666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першої відповіді з доказами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Модель: 1 000 тікетів/міс × 12 хв; 75% автоматизовано; 190 грн/год саппорту. Припущення, крім 75% (наш корпус) і 5 с (замір).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Довіра: виміряно сьогодні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94360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автотестів зелені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56032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2697480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дій без підтвердження власника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6344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4800600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тенанти ізольовані на рівні запиту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280160"/>
            <a:ext cx="1920240" cy="1554480"/>
          </a:xfrm>
          <a:prstGeom prst="roundRect">
            <a:avLst>
              <a:gd name="adj" fmla="val 7059"/>
            </a:avLst>
          </a:prstGeom>
          <a:solidFill>
            <a:srgbClr val="F4F6FA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76656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903720" y="219456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дії з ідемпотентністю і аудитом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клієнта це дані, не інструкції: спроби атаки (TCK-1011) і отруєння бази (TCK-1012) не змінюють поведінку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Повернення коштів: лише запит на розгляд на повну суму платежу, сума береться з системи, а не з моделі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Наступний крок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Тікет розробникам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572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Якщо дія не допомогла, Gemma збирає готовий баг-репорт: кроки, траса, версії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Gemma-суддя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62432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Автооцінка 100% закритих звернень замість 5–10% опитувань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457200" cy="45720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3291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Проактивна підтримка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367588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5DB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Побачили POS_SYNC_FAILED у логах і запропонували фікс до того, як клієнт написав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343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Пілот: підключити до реальної тікет-системи одного SaaS для закладів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Support Desk — Team 14</dc:title>
  <dc:subject>PptxGenJS Presentation</dc:subject>
  <dc:creator>PptxGenJS</dc:creator>
  <cp:lastModifiedBy>PptxGenJS</cp:lastModifiedBy>
  <cp:revision>1</cp:revision>
  <dcterms:created xsi:type="dcterms:W3CDTF">2026-10-31T14:10:51Z</dcterms:created>
  <dcterms:modified xsi:type="dcterms:W3CDTF">2026-10-31T14:10:51Z</dcterms:modified>
</cp:coreProperties>
</file>